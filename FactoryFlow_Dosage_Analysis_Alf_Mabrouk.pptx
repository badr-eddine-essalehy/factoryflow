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3fe93f69f64332" /><Relationship Type="http://schemas.openxmlformats.org/officeDocument/2006/relationships/extended-properties" Target="/docProps/app.xml" Id="Rd11c0fe5adb54dab" /><Relationship Type="http://schemas.openxmlformats.org/officeDocument/2006/relationships/officeDocument" Target="/ppt/presentation.xml" Id="Re0f4e7fab26f48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5d5a3bd05f4d8b"/>
  </p:sldMasterIdLst>
  <p:notesMasterIdLst>
    <p:notesMasterId xmlns:r="http://schemas.openxmlformats.org/officeDocument/2006/relationships" r:id="R4e87fca1f3df4da5"/>
  </p:notesMasterIdLst>
  <p:sldIdLst>
    <p:sldId xmlns:r="http://schemas.openxmlformats.org/officeDocument/2006/relationships" id="256" r:id="Ref83dcaf111f4cb1"/>
    <p:sldId xmlns:r="http://schemas.openxmlformats.org/officeDocument/2006/relationships" id="257" r:id="R05845a59b2d0482b"/>
    <p:sldId xmlns:r="http://schemas.openxmlformats.org/officeDocument/2006/relationships" id="258" r:id="R0e78dc9b57a54beb"/>
    <p:sldId xmlns:r="http://schemas.openxmlformats.org/officeDocument/2006/relationships" id="259" r:id="R7d7bad1e092443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c5841287d047e9" /><Relationship Type="http://schemas.openxmlformats.org/officeDocument/2006/relationships/slideMaster" Target="/ppt/slideMasters/slideMaster1.xml" Id="R925d5a3bd05f4d8b" /><Relationship Type="http://schemas.openxmlformats.org/officeDocument/2006/relationships/notesMaster" Target="/ppt/notesMasters/notesMaster1.xml" Id="R4e87fca1f3df4da5" /><Relationship Type="http://schemas.openxmlformats.org/officeDocument/2006/relationships/presProps" Target="/ppt/presProps.xml" Id="R6e1ed57291de4649" /><Relationship Type="http://schemas.openxmlformats.org/officeDocument/2006/relationships/tableStyles" Target="/ppt/tableStyles.xml" Id="R62ae677951ba4c79" /><Relationship Type="http://schemas.openxmlformats.org/officeDocument/2006/relationships/slide" Target="/ppt/slides/slide1.xml" Id="Ref83dcaf111f4cb1" /><Relationship Type="http://schemas.openxmlformats.org/officeDocument/2006/relationships/slide" Target="/ppt/slides/slide2.xml" Id="R05845a59b2d0482b" /><Relationship Type="http://schemas.openxmlformats.org/officeDocument/2006/relationships/slide" Target="/ppt/slides/slide3.xml" Id="R0e78dc9b57a54beb" /><Relationship Type="http://schemas.openxmlformats.org/officeDocument/2006/relationships/slide" Target="/ppt/slides/slide4.xml" Id="R7d7bad1e092443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34f33fa68446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677571763d4183" /><Relationship Type="http://schemas.openxmlformats.org/officeDocument/2006/relationships/notesMaster" Target="/ppt/notesMasters/notesMaster1.xml" Id="R1948940c1e3146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14ec438df347b3" /><Relationship Type="http://schemas.openxmlformats.org/officeDocument/2006/relationships/notesMaster" Target="/ppt/notesMasters/notesMaster1.xml" Id="R256ac5986da341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e8628233dd450d" /><Relationship Type="http://schemas.openxmlformats.org/officeDocument/2006/relationships/notesMaster" Target="/ppt/notesMasters/notesMaster1.xml" Id="R5e6a6748ca6147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dae639691a441e" /><Relationship Type="http://schemas.openxmlformats.org/officeDocument/2006/relationships/notesMaster" Target="/ppt/notesMasters/notesMaster1.xml" Id="Rc5632c4be12b48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e11088bd3b4f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61777d04754b2d" /><Relationship Type="http://schemas.openxmlformats.org/officeDocument/2006/relationships/slideLayout" Target="/ppt/slideLayouts/slideLayout1.xml" Id="Rcfe08378f72e4a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e08378f72e4a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be440e2ae455e" /><Relationship Type="http://schemas.openxmlformats.org/officeDocument/2006/relationships/notesSlide" Target="/ppt/notesSlides/notesSlide1.xml" Id="Rf424abccd0df4b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25d33c61a4b65" /><Relationship Type="http://schemas.openxmlformats.org/officeDocument/2006/relationships/notesSlide" Target="/ppt/notesSlides/notesSlide2.xml" Id="R000bd5dc2e2d49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4006e96b3465a" /><Relationship Type="http://schemas.openxmlformats.org/officeDocument/2006/relationships/notesSlide" Target="/ppt/notesSlides/notesSlide3.xml" Id="Rf6e75f6dea374a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ebd82c6c34ace" /><Relationship Type="http://schemas.openxmlformats.org/officeDocument/2006/relationships/notesSlide" Target="/ppt/notesSlides/notesSlide4.xml" Id="R193edb033cf846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left-edge">
            <a:extLst xmlns:a="http://schemas.openxmlformats.org/drawingml/2006/main">
              <a:ext uri="{FF2B5EF4-FFF2-40B4-BE49-F238E27FC236}">
                <a16:creationId xmlns:a16="http://schemas.microsoft.com/office/drawing/2014/main" id="{82345687-03B6-4BE9-91CC-18A30934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eft-cap">
            <a:extLst xmlns:a="http://schemas.openxmlformats.org/drawingml/2006/main">
              <a:ext uri="{FF2B5EF4-FFF2-40B4-BE49-F238E27FC236}">
                <a16:creationId xmlns:a16="http://schemas.microsoft.com/office/drawing/2014/main" id="{CDF69EAD-4F13-4A21-99CD-BFDD8D68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57E60F5-6F73-4802-96E2-B1910F7F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4850"/>
            <a:ext cx="1104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A7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ain-title">
            <a:extLst xmlns:a="http://schemas.openxmlformats.org/drawingml/2006/main">
              <a:ext uri="{FF2B5EF4-FFF2-40B4-BE49-F238E27FC236}">
                <a16:creationId xmlns:a16="http://schemas.microsoft.com/office/drawing/2014/main" id="{41798F3D-DFB9-4D69-A840-A6C67685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81075"/>
            <a:ext cx="10477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02B3A"/>
                </a:solidFill>
              </a:defRPr>
            </a:pPr>
            <a:r>
              <a:rPr sz="3750" b="1" i="0">
                <a:solidFill>
                  <a:srgbClr val="102B3A"/>
                </a:solidFill>
              </a:rPr>
              <a:t>Présentation de deux applications pour la</a:t>
            </a:r>
          </a:p>
          <a:p xmlns:a="http://schemas.openxmlformats.org/drawingml/2006/main">
            <a:pPr algn="l">
              <a:defRPr sz="3750" b="1" i="0">
                <a:solidFill>
                  <a:srgbClr val="102B3A"/>
                </a:solidFill>
              </a:defRPr>
            </a:pPr>
            <a:r>
              <a:rPr sz="3750" b="1" i="0">
                <a:solidFill>
                  <a:srgbClr val="102B3A"/>
                </a:solidFill>
              </a:rPr>
              <a:t>digitalisation du reporting industriel</a:t>
            </a:r>
          </a:p>
          <a:p xmlns:a="http://schemas.openxmlformats.org/drawingml/2006/main">
            <a:pPr algn="l">
              <a:defRPr sz="3750" b="1" i="0">
                <a:solidFill>
                  <a:srgbClr val="102B3A"/>
                </a:solidFill>
              </a:defRPr>
            </a:pPr>
            <a:r>
              <a:rPr sz="3750" b="1" i="0">
                <a:solidFill>
                  <a:srgbClr val="102B3A"/>
                </a:solidFill>
              </a:rPr>
              <a:t>chez Alf Mabrouk</a:t>
            </a:r>
          </a:p>
        </p:txBody>
      </p:sp>
      <p:sp>
        <p:nvSpPr>
          <p:cNvPr id="5" name="app-accent-1">
            <a:extLst xmlns:a="http://schemas.openxmlformats.org/drawingml/2006/main">
              <a:ext uri="{FF2B5EF4-FFF2-40B4-BE49-F238E27FC236}">
                <a16:creationId xmlns:a16="http://schemas.microsoft.com/office/drawing/2014/main" id="{6F5CAC16-E128-4928-9083-CA6DBED4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66675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A7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actoryflow">
            <a:extLst xmlns:a="http://schemas.openxmlformats.org/drawingml/2006/main">
              <a:ext uri="{FF2B5EF4-FFF2-40B4-BE49-F238E27FC236}">
                <a16:creationId xmlns:a16="http://schemas.microsoft.com/office/drawing/2014/main" id="{C74B34B6-FB8E-47B3-B90B-0FE1D8A1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4327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6B87"/>
                </a:solidFill>
              </a:defRPr>
            </a:pPr>
            <a:r>
              <a:rPr sz="2025" b="1" i="0">
                <a:solidFill>
                  <a:srgbClr val="176B87"/>
                </a:solidFill>
              </a:rPr>
              <a:t>FactoryFlow</a:t>
            </a:r>
          </a:p>
        </p:txBody>
      </p:sp>
      <p:sp>
        <p:nvSpPr>
          <p:cNvPr id="7" name="factoryflow-description">
            <a:extLst xmlns:a="http://schemas.openxmlformats.org/drawingml/2006/main">
              <a:ext uri="{FF2B5EF4-FFF2-40B4-BE49-F238E27FC236}">
                <a16:creationId xmlns:a16="http://schemas.microsoft.com/office/drawing/2014/main" id="{44DBA2EA-0B04-4BA1-8B9C-2C90C063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5717B"/>
                </a:solidFill>
              </a:defRPr>
            </a:pPr>
            <a:r>
              <a:rPr sz="1575" b="0" i="0">
                <a:solidFill>
                  <a:srgbClr val="55717B"/>
                </a:solidFill>
              </a:rPr>
              <a:t>Reporting maintenance et KPI industriels</a:t>
            </a:r>
          </a:p>
        </p:txBody>
      </p:sp>
      <p:sp>
        <p:nvSpPr>
          <p:cNvPr id="8" name="app-accent-2">
            <a:extLst xmlns:a="http://schemas.openxmlformats.org/drawingml/2006/main">
              <a:ext uri="{FF2B5EF4-FFF2-40B4-BE49-F238E27FC236}">
                <a16:creationId xmlns:a16="http://schemas.microsoft.com/office/drawing/2014/main" id="{4638DA62-7B35-4E59-A7A3-C3CEB871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66675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osage-analysis">
            <a:extLst xmlns:a="http://schemas.openxmlformats.org/drawingml/2006/main">
              <a:ext uri="{FF2B5EF4-FFF2-40B4-BE49-F238E27FC236}">
                <a16:creationId xmlns:a16="http://schemas.microsoft.com/office/drawing/2014/main" id="{F744CB89-72DF-482A-A8FA-EF302910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4327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6B87"/>
                </a:solidFill>
              </a:defRPr>
            </a:pPr>
            <a:r>
              <a:rPr sz="2025" b="1" i="0">
                <a:solidFill>
                  <a:srgbClr val="176B87"/>
                </a:solidFill>
              </a:rPr>
              <a:t>Dosage Analysis</a:t>
            </a:r>
          </a:p>
        </p:txBody>
      </p:sp>
      <p:sp>
        <p:nvSpPr>
          <p:cNvPr id="10" name="dosage-description">
            <a:extLst xmlns:a="http://schemas.openxmlformats.org/drawingml/2006/main">
              <a:ext uri="{FF2B5EF4-FFF2-40B4-BE49-F238E27FC236}">
                <a16:creationId xmlns:a16="http://schemas.microsoft.com/office/drawing/2014/main" id="{EEC12BBE-7335-413F-B6CF-512A1D57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623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5717B"/>
                </a:solidFill>
              </a:defRPr>
            </a:pPr>
            <a:r>
              <a:rPr sz="1575" b="0" i="0">
                <a:solidFill>
                  <a:srgbClr val="55717B"/>
                </a:solidFill>
              </a:rPr>
              <a:t>Analyse des écarts de dosage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1976B98-B9CC-4F62-8167-524F3CFF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uthor-label">
            <a:extLst xmlns:a="http://schemas.openxmlformats.org/drawingml/2006/main">
              <a:ext uri="{FF2B5EF4-FFF2-40B4-BE49-F238E27FC236}">
                <a16:creationId xmlns:a16="http://schemas.microsoft.com/office/drawing/2014/main" id="{9A49A479-1D7B-4C72-9C8F-830BEC49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717B"/>
                </a:solidFill>
              </a:defRPr>
            </a:pPr>
            <a:r>
              <a:rPr sz="1275" b="0" i="0">
                <a:solidFill>
                  <a:srgbClr val="55717B"/>
                </a:solidFill>
              </a:rPr>
              <a:t>Réalisé par :</a:t>
            </a:r>
          </a:p>
        </p:txBody>
      </p:sp>
      <p:sp>
        <p:nvSpPr>
          <p:cNvPr id="13" name="author-name">
            <a:extLst xmlns:a="http://schemas.openxmlformats.org/drawingml/2006/main">
              <a:ext uri="{FF2B5EF4-FFF2-40B4-BE49-F238E27FC236}">
                <a16:creationId xmlns:a16="http://schemas.microsoft.com/office/drawing/2014/main" id="{FF49D0B8-44AB-405D-AED6-F28509F8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3905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B3A"/>
                </a:solidFill>
              </a:defRPr>
            </a:pPr>
            <a:r>
              <a:rPr sz="1725" b="1" i="0">
                <a:solidFill>
                  <a:srgbClr val="102B3A"/>
                </a:solidFill>
              </a:rPr>
              <a:t>Badr-Eddine ESSALEHY</a:t>
            </a:r>
          </a:p>
        </p:txBody>
      </p:sp>
      <p:sp>
        <p:nvSpPr>
          <p:cNvPr id="14" name="supervisor-label">
            <a:extLst xmlns:a="http://schemas.openxmlformats.org/drawingml/2006/main">
              <a:ext uri="{FF2B5EF4-FFF2-40B4-BE49-F238E27FC236}">
                <a16:creationId xmlns:a16="http://schemas.microsoft.com/office/drawing/2014/main" id="{FBF62C5B-87F3-4A60-9779-2F28522C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19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717B"/>
                </a:solidFill>
              </a:defRPr>
            </a:pPr>
            <a:r>
              <a:rPr sz="1275" b="0" i="0">
                <a:solidFill>
                  <a:srgbClr val="55717B"/>
                </a:solidFill>
              </a:rPr>
              <a:t>Encadré par :</a:t>
            </a:r>
          </a:p>
        </p:txBody>
      </p:sp>
      <p:sp>
        <p:nvSpPr>
          <p:cNvPr id="15" name="supervisor-name">
            <a:extLst xmlns:a="http://schemas.openxmlformats.org/drawingml/2006/main">
              <a:ext uri="{FF2B5EF4-FFF2-40B4-BE49-F238E27FC236}">
                <a16:creationId xmlns:a16="http://schemas.microsoft.com/office/drawing/2014/main" id="{7B8ED47E-681C-4C41-9E8B-3878CFB3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14975"/>
            <a:ext cx="3905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B3A"/>
                </a:solidFill>
              </a:defRPr>
            </a:pPr>
            <a:r>
              <a:rPr sz="1725" b="1" i="0">
                <a:solidFill>
                  <a:srgbClr val="102B3A"/>
                </a:solidFill>
              </a:rPr>
              <a:t>M. Chadly Abderrahman</a:t>
            </a:r>
          </a:p>
        </p:txBody>
      </p:sp>
    </p:spTree>
    <p:extLst>
      <p:ext uri="{BB962C8B-B14F-4D97-AF65-F5344CB8AC3E}">
        <p14:creationId xmlns:p14="http://schemas.microsoft.com/office/powerpoint/2010/main" val="363141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ft-edge">
            <a:extLst xmlns:a="http://schemas.openxmlformats.org/drawingml/2006/main">
              <a:ext uri="{FF2B5EF4-FFF2-40B4-BE49-F238E27FC236}">
                <a16:creationId xmlns:a16="http://schemas.microsoft.com/office/drawing/2014/main" id="{6ABD3673-ED8D-4BC5-B845-5D434846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eft-cap">
            <a:extLst xmlns:a="http://schemas.openxmlformats.org/drawingml/2006/main">
              <a:ext uri="{FF2B5EF4-FFF2-40B4-BE49-F238E27FC236}">
                <a16:creationId xmlns:a16="http://schemas.microsoft.com/office/drawing/2014/main" id="{F88936F9-035A-4285-A225-2B903BFD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cus-field">
            <a:extLst xmlns:a="http://schemas.openxmlformats.org/drawingml/2006/main">
              <a:ext uri="{FF2B5EF4-FFF2-40B4-BE49-F238E27FC236}">
                <a16:creationId xmlns:a16="http://schemas.microsoft.com/office/drawing/2014/main" id="{F6F77E2E-EEA2-4637-B85D-0E307B41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cus-line">
            <a:extLst xmlns:a="http://schemas.openxmlformats.org/drawingml/2006/main">
              <a:ext uri="{FF2B5EF4-FFF2-40B4-BE49-F238E27FC236}">
                <a16:creationId xmlns:a16="http://schemas.microsoft.com/office/drawing/2014/main" id="{E8E3865E-4FE1-475C-AF4F-43F9567A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eadline-rule">
            <a:extLst xmlns:a="http://schemas.openxmlformats.org/drawingml/2006/main">
              <a:ext uri="{FF2B5EF4-FFF2-40B4-BE49-F238E27FC236}">
                <a16:creationId xmlns:a16="http://schemas.microsoft.com/office/drawing/2014/main" id="{A08BA86A-4E37-4AAA-A800-9296F8EB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23950"/>
            <a:ext cx="12382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A7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F1A71DF-BE65-4F2C-850E-DA44A29E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102B3A"/>
                </a:solidFill>
              </a:defRPr>
            </a:pPr>
            <a:r>
              <a:rPr sz="4800" b="1" i="0">
                <a:solidFill>
                  <a:srgbClr val="102B3A"/>
                </a:solidFill>
              </a:rPr>
              <a:t>FactoryFlow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210D7E3A-8D95-4C32-9223-606D9C86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552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55717B"/>
                </a:solidFill>
              </a:defRPr>
            </a:pPr>
            <a:r>
              <a:rPr sz="2400" b="0" i="0">
                <a:solidFill>
                  <a:srgbClr val="55717B"/>
                </a:solidFill>
              </a:rPr>
              <a:t>Problématique du</a:t>
            </a:r>
          </a:p>
          <a:p xmlns:a="http://schemas.openxmlformats.org/drawingml/2006/main">
            <a:pPr algn="l">
              <a:defRPr sz="2400" b="0" i="0">
                <a:solidFill>
                  <a:srgbClr val="55717B"/>
                </a:solidFill>
              </a:defRPr>
            </a:pPr>
            <a:r>
              <a:rPr sz="2400" b="0" i="0">
                <a:solidFill>
                  <a:srgbClr val="55717B"/>
                </a:solidFill>
              </a:rPr>
              <a:t>reporting maintenance</a:t>
            </a:r>
          </a:p>
        </p:txBody>
      </p:sp>
      <p:sp>
        <p:nvSpPr>
          <p:cNvPr id="8" name="demo-block">
            <a:extLst xmlns:a="http://schemas.openxmlformats.org/drawingml/2006/main">
              <a:ext uri="{FF2B5EF4-FFF2-40B4-BE49-F238E27FC236}">
                <a16:creationId xmlns:a16="http://schemas.microsoft.com/office/drawing/2014/main" id="{1743FD74-8E55-4898-93A9-D6A69A36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95925"/>
            <a:ext cx="542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mo-label">
            <a:extLst xmlns:a="http://schemas.openxmlformats.org/drawingml/2006/main">
              <a:ext uri="{FF2B5EF4-FFF2-40B4-BE49-F238E27FC236}">
                <a16:creationId xmlns:a16="http://schemas.microsoft.com/office/drawing/2014/main" id="{1529497C-3ACF-4C3D-A883-FD586802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673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Démonstration de FactoryFlow</a:t>
            </a:r>
          </a:p>
        </p:txBody>
      </p:sp>
      <p:sp>
        <p:nvSpPr>
          <p:cNvPr id="10" name="ff-monogram">
            <a:extLst xmlns:a="http://schemas.openxmlformats.org/drawingml/2006/main">
              <a:ext uri="{FF2B5EF4-FFF2-40B4-BE49-F238E27FC236}">
                <a16:creationId xmlns:a16="http://schemas.microsoft.com/office/drawing/2014/main" id="{05BED2FA-C741-45F9-A874-80FE8E0B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650" b="1" i="0">
                <a:solidFill>
                  <a:srgbClr val="DCEFED"/>
                </a:solidFill>
              </a:defRPr>
            </a:pPr>
            <a:r>
              <a:rPr sz="10650" b="1" i="0">
                <a:solidFill>
                  <a:srgbClr val="DCEFED"/>
                </a:solidFill>
              </a:rPr>
              <a:t>FF</a:t>
            </a:r>
          </a:p>
        </p:txBody>
      </p:sp>
    </p:spTree>
    <p:extLst>
      <p:ext uri="{BB962C8B-B14F-4D97-AF65-F5344CB8AC3E}">
        <p14:creationId xmlns:p14="http://schemas.microsoft.com/office/powerpoint/2010/main" val="9305120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ight-edge">
            <a:extLst xmlns:a="http://schemas.openxmlformats.org/drawingml/2006/main">
              <a:ext uri="{FF2B5EF4-FFF2-40B4-BE49-F238E27FC236}">
                <a16:creationId xmlns:a16="http://schemas.microsoft.com/office/drawing/2014/main" id="{5E8EC4A1-4C57-48E3-89A2-59AF7E45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ight-cap">
            <a:extLst xmlns:a="http://schemas.openxmlformats.org/drawingml/2006/main">
              <a:ext uri="{FF2B5EF4-FFF2-40B4-BE49-F238E27FC236}">
                <a16:creationId xmlns:a16="http://schemas.microsoft.com/office/drawing/2014/main" id="{EB45C20D-7D73-4984-9512-B946924F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cus-field">
            <a:extLst xmlns:a="http://schemas.openxmlformats.org/drawingml/2006/main">
              <a:ext uri="{FF2B5EF4-FFF2-40B4-BE49-F238E27FC236}">
                <a16:creationId xmlns:a16="http://schemas.microsoft.com/office/drawing/2014/main" id="{AF92B3CD-5A4F-4CA2-9380-30C69B06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cus-line">
            <a:extLst xmlns:a="http://schemas.openxmlformats.org/drawingml/2006/main">
              <a:ext uri="{FF2B5EF4-FFF2-40B4-BE49-F238E27FC236}">
                <a16:creationId xmlns:a16="http://schemas.microsoft.com/office/drawing/2014/main" id="{1491ADFE-5971-48A2-BA06-94CFDFF4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a-monogram">
            <a:extLst xmlns:a="http://schemas.openxmlformats.org/drawingml/2006/main">
              <a:ext uri="{FF2B5EF4-FFF2-40B4-BE49-F238E27FC236}">
                <a16:creationId xmlns:a16="http://schemas.microsoft.com/office/drawing/2014/main" id="{E4370309-BB58-4D77-966D-DE650C2B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650" b="1" i="0">
                <a:solidFill>
                  <a:srgbClr val="DCEFED"/>
                </a:solidFill>
              </a:defRPr>
            </a:pPr>
            <a:r>
              <a:rPr sz="10650" b="1" i="0">
                <a:solidFill>
                  <a:srgbClr val="DCEFED"/>
                </a:solidFill>
              </a:rPr>
              <a:t>DA</a:t>
            </a:r>
          </a:p>
        </p:txBody>
      </p:sp>
      <p:sp>
        <p:nvSpPr>
          <p:cNvPr id="6" name="headline-rule">
            <a:extLst xmlns:a="http://schemas.openxmlformats.org/drawingml/2006/main">
              <a:ext uri="{FF2B5EF4-FFF2-40B4-BE49-F238E27FC236}">
                <a16:creationId xmlns:a16="http://schemas.microsoft.com/office/drawing/2014/main" id="{F0E6A9DC-33B2-4C8F-8F9C-44A2767E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23950"/>
            <a:ext cx="12382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A7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23F9CC3C-444C-459E-A621-3385E288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6210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02B3A"/>
                </a:solidFill>
              </a:defRPr>
            </a:pPr>
            <a:r>
              <a:rPr sz="4350" b="1" i="0">
                <a:solidFill>
                  <a:srgbClr val="102B3A"/>
                </a:solidFill>
              </a:rPr>
              <a:t>Dosage Analysis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D3E27FA3-1E03-443F-8873-5509044E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55717B"/>
                </a:solidFill>
              </a:defRPr>
            </a:pPr>
            <a:r>
              <a:rPr sz="2400" b="0" i="0">
                <a:solidFill>
                  <a:srgbClr val="55717B"/>
                </a:solidFill>
              </a:rPr>
              <a:t>Problématique des</a:t>
            </a:r>
          </a:p>
          <a:p xmlns:a="http://schemas.openxmlformats.org/drawingml/2006/main">
            <a:pPr algn="l">
              <a:defRPr sz="2400" b="0" i="0">
                <a:solidFill>
                  <a:srgbClr val="55717B"/>
                </a:solidFill>
              </a:defRPr>
            </a:pPr>
            <a:r>
              <a:rPr sz="2400" b="0" i="0">
                <a:solidFill>
                  <a:srgbClr val="55717B"/>
                </a:solidFill>
              </a:rPr>
              <a:t>écarts de dosage</a:t>
            </a:r>
          </a:p>
        </p:txBody>
      </p:sp>
      <p:sp>
        <p:nvSpPr>
          <p:cNvPr id="9" name="demo-block">
            <a:extLst xmlns:a="http://schemas.openxmlformats.org/drawingml/2006/main">
              <a:ext uri="{FF2B5EF4-FFF2-40B4-BE49-F238E27FC236}">
                <a16:creationId xmlns:a16="http://schemas.microsoft.com/office/drawing/2014/main" id="{11B3E2A2-912A-4811-B3F8-6C9538BE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95925"/>
            <a:ext cx="542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mo-label">
            <a:extLst xmlns:a="http://schemas.openxmlformats.org/drawingml/2006/main">
              <a:ext uri="{FF2B5EF4-FFF2-40B4-BE49-F238E27FC236}">
                <a16:creationId xmlns:a16="http://schemas.microsoft.com/office/drawing/2014/main" id="{F30CA63C-505B-4A8A-9D6F-739A596A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673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Démonstration de Dosage Analysis</a:t>
            </a:r>
          </a:p>
        </p:txBody>
      </p:sp>
    </p:spTree>
    <p:extLst>
      <p:ext uri="{BB962C8B-B14F-4D97-AF65-F5344CB8AC3E}">
        <p14:creationId xmlns:p14="http://schemas.microsoft.com/office/powerpoint/2010/main" val="1235577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op-accent">
            <a:extLst xmlns:a="http://schemas.openxmlformats.org/drawingml/2006/main">
              <a:ext uri="{FF2B5EF4-FFF2-40B4-BE49-F238E27FC236}">
                <a16:creationId xmlns:a16="http://schemas.microsoft.com/office/drawing/2014/main" id="{8C6CDD9E-30CE-4931-824D-4CB8428D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enter-rule">
            <a:extLst xmlns:a="http://schemas.openxmlformats.org/drawingml/2006/main">
              <a:ext uri="{FF2B5EF4-FFF2-40B4-BE49-F238E27FC236}">
                <a16:creationId xmlns:a16="http://schemas.microsoft.com/office/drawing/2014/main" id="{77DD0DA2-BB0F-4E53-9D29-F8019B4B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00300"/>
            <a:ext cx="190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A7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hanks">
            <a:extLst xmlns:a="http://schemas.openxmlformats.org/drawingml/2006/main">
              <a:ext uri="{FF2B5EF4-FFF2-40B4-BE49-F238E27FC236}">
                <a16:creationId xmlns:a16="http://schemas.microsoft.com/office/drawing/2014/main" id="{F6910286-90D9-43AB-8907-183E0E5D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322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Merci pour votre attention</a:t>
            </a:r>
          </a:p>
        </p:txBody>
      </p:sp>
      <p:sp>
        <p:nvSpPr>
          <p:cNvPr id="4" name="questions">
            <a:extLst xmlns:a="http://schemas.openxmlformats.org/drawingml/2006/main">
              <a:ext uri="{FF2B5EF4-FFF2-40B4-BE49-F238E27FC236}">
                <a16:creationId xmlns:a16="http://schemas.microsoft.com/office/drawing/2014/main" id="{A9002199-A951-4093-A9F4-C3499275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243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DCEFED"/>
                </a:solidFill>
              </a:defRPr>
            </a:pPr>
            <a:r>
              <a:rPr sz="2025" b="0" i="0">
                <a:solidFill>
                  <a:srgbClr val="DCEFED"/>
                </a:solidFill>
              </a:rPr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450987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2026-08-23T14:35:59.1440000Z</dcterms:created>
  <dcterms:modified xsi:type="dcterms:W3CDTF">2026-08-23T14:35:59.1440000Z</dcterms:modified>
</coreProperties>
</file>